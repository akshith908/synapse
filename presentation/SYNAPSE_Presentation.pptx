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37744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38328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38912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36576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137160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0200" y="237744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200" y="338328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438912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36576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7160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237744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338328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438912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86200" y="36576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86200" y="137160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86200" y="237744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86200" y="338328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86200" y="438912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36576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137160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237744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338328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438912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36576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137160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237744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338328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438912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36576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0" y="137160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0" y="237744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0" y="338328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0" y="438912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58200" y="36576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58200" y="137160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58200" y="237744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58200" y="338328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58200" y="4389120"/>
            <a:ext cx="36576" cy="3657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1463040"/>
            <a:ext cx="54864" cy="2286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13716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SYNAPSE</a:t>
            </a:r>
            <a:endParaRPr lang="en-US" sz="7200" dirty="0"/>
          </a:p>
        </p:txBody>
      </p:sp>
      <p:sp>
        <p:nvSpPr>
          <p:cNvPr id="44" name="Text 42"/>
          <p:cNvSpPr/>
          <p:nvPr/>
        </p:nvSpPr>
        <p:spPr>
          <a:xfrm>
            <a:off x="685800" y="2606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Connectome Explorer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580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Stack Development Project  ·  MongoDB Integrated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5800" y="3657600"/>
            <a:ext cx="1417320" cy="274320"/>
          </a:xfrm>
          <a:prstGeom prst="rect">
            <a:avLst/>
          </a:prstGeom>
          <a:solidFill>
            <a:srgbClr val="141820"/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3657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HTML5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286000" y="3657600"/>
            <a:ext cx="1417320" cy="274320"/>
          </a:xfrm>
          <a:prstGeom prst="rect">
            <a:avLst/>
          </a:prstGeom>
          <a:solidFill>
            <a:srgbClr val="141820"/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0" y="3657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886200" y="3657600"/>
            <a:ext cx="1417320" cy="274320"/>
          </a:xfrm>
          <a:prstGeom prst="rect">
            <a:avLst/>
          </a:prstGeom>
          <a:solidFill>
            <a:srgbClr val="141820"/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86200" y="3657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85800" y="4005072"/>
            <a:ext cx="1417320" cy="274320"/>
          </a:xfrm>
          <a:prstGeom prst="rect">
            <a:avLst/>
          </a:prstGeom>
          <a:solidFill>
            <a:srgbClr val="141820"/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40050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 API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286000" y="4005072"/>
            <a:ext cx="1417320" cy="274320"/>
          </a:xfrm>
          <a:prstGeom prst="rect">
            <a:avLst/>
          </a:prstGeom>
          <a:solidFill>
            <a:srgbClr val="141820"/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0" y="40050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Node/Express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886200" y="4005072"/>
            <a:ext cx="1417320" cy="274320"/>
          </a:xfrm>
          <a:prstGeom prst="rect">
            <a:avLst/>
          </a:prstGeom>
          <a:solidFill>
            <a:srgbClr val="141820"/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86200" y="40050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</a:t>
            </a:r>
            <a:endParaRPr lang="en-US" sz="900" dirty="0"/>
          </a:p>
        </p:txBody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5669280" y="365760"/>
            <a:ext cx="3200400" cy="4389120"/>
          </a:xfrm>
          <a:prstGeom prst="rect">
            <a:avLst/>
          </a:prstGeom>
        </p:spPr>
      </p:pic>
      <p:sp>
        <p:nvSpPr>
          <p:cNvPr id="59" name="Shape 56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MongoDB-backed sample connectome · 60 Brain Regions · Interactive Dashboard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218"/>
          </a:solidFill>
          <a:ln w="12700">
            <a:solidFill>
              <a:srgbClr val="0F12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SYNAPSE?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Exploring a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Brain Network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32004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65960"/>
            <a:ext cx="3840480" cy="114300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65960"/>
            <a:ext cx="54864" cy="1143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057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◉ 60 Sample Regions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240487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region is modeled as a node with hemisphere, network, MNI-style coordinates, hub score, and activation.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965960"/>
            <a:ext cx="3840480" cy="114300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65960"/>
            <a:ext cx="54864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2057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⟿ Generated Connection Network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28032" y="240487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sample edges are generated from node distance, network grouping, and hub status to create a believable connectome.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3840480" cy="114300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91840"/>
            <a:ext cx="54864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383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Signal Propagation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3730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 a signal from the selected region and watch canvas ripples activate nearby nodes and connections.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3291840"/>
            <a:ext cx="3840480" cy="114300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291840"/>
            <a:ext cx="54864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3383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 Lesion Simulator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3730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Lesion sample regions and see efficiency, clustering, active node count, and matrix display update live.</a:t>
            </a:r>
            <a:endParaRPr lang="en-US" sz="9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530352"/>
            <a:ext cx="3383280" cy="13533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218"/>
          </a:solidFill>
          <a:ln w="12700">
            <a:solidFill>
              <a:srgbClr val="0F12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PREVIEW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94360"/>
            <a:ext cx="859536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594360"/>
            <a:ext cx="8595360" cy="429768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218"/>
          </a:solidFill>
          <a:ln w="12700">
            <a:solidFill>
              <a:srgbClr val="0F12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INTERACTIVE FEATURES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743200" cy="192024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85800"/>
            <a:ext cx="2743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95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Click-to-Select Region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any visible node. The left panel loads its name, network, hemisphere, MNI-style coordinates, hub score, connections, and activation.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18688" y="685800"/>
            <a:ext cx="2743200" cy="192024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685800"/>
            <a:ext cx="27432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795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55848" y="1188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 Fire + Animate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55848" y="1600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Tune Strength, Decay, and Speed sliders. Fire a cyan signal ripple from the selected node and watch connected regions activate.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63056" y="685800"/>
            <a:ext cx="2743200" cy="192024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63056" y="685800"/>
            <a:ext cx="27432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795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0216" y="1188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Lesion Impact Demo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0216" y="1600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Lesion non-hub sample regions. Network metrics and the connectivity matrix update to show reduced graph health.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788920"/>
            <a:ext cx="2743200" cy="192024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788920"/>
            <a:ext cx="2743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8986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11480" y="3291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Disease Profile Swap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37033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between Healthy, Alzheimer's, Parkinson's, and Schizophrenia sample profiles with different metric values and affected regions.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18688" y="2788920"/>
            <a:ext cx="2743200" cy="192024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18688" y="2788920"/>
            <a:ext cx="27432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28986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55848" y="3291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Visualization Modes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55848" y="37033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between Connectome, Tractography, Centrality, and Community views to demonstrate multiple dashboard states.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63056" y="2788920"/>
            <a:ext cx="2743200" cy="192024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63056" y="2788920"/>
            <a:ext cx="27432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28986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300216" y="3291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Shortest Path Finder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00216" y="37033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 source and target regions. A sample pathway helper highlights a believable communication route through the network.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218"/>
          </a:solidFill>
          <a:ln w="12700">
            <a:solidFill>
              <a:srgbClr val="0F12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Technology Does What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60520" cy="105156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54864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1261872"/>
            <a:ext cx="685800" cy="256032"/>
          </a:xfrm>
          <a:prstGeom prst="rect">
            <a:avLst/>
          </a:prstGeom>
          <a:solidFill>
            <a:srgbClr val="0A0C1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2618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8912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HTML5 + CSS3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62763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 dashboard layout and responsive clinical UI with panels, cards, sliders, HUD, matrix footer, and visual states.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160520" cy="105156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188720"/>
            <a:ext cx="54864" cy="10515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261872"/>
            <a:ext cx="685800" cy="256032"/>
          </a:xfrm>
          <a:prstGeom prst="rect">
            <a:avLst/>
          </a:prstGeom>
          <a:solidFill>
            <a:srgbClr val="0A0C1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12618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73752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Vanilla JavaScript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73752" y="162763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Handles app state, UI events, disease switching, signal controls, lesion actions, pathway tracing, and DOM updates.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395728"/>
            <a:ext cx="4160520" cy="105156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395728"/>
            <a:ext cx="54864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2468880"/>
            <a:ext cx="685800" cy="256032"/>
          </a:xfrm>
          <a:prstGeom prst="rect">
            <a:avLst/>
          </a:prstGeom>
          <a:solidFill>
            <a:srgbClr val="0A0C1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24688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8912" y="24871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 API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8912" y="28346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Draws the connectome graph, animated signal ripples, active/lesioned nodes, weighted edges, and connectivity matrix.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2395728"/>
            <a:ext cx="4160520" cy="105156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2395728"/>
            <a:ext cx="54864" cy="10515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92440" y="2468880"/>
            <a:ext cx="685800" cy="256032"/>
          </a:xfrm>
          <a:prstGeom prst="rect">
            <a:avLst/>
          </a:prstGeom>
          <a:solidFill>
            <a:srgbClr val="0A0C1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24688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73752" y="24871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+ Express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73752" y="28346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Serves the frontend and exposes REST APIs for dashboard bootstrap data, health checks, and simulation snapshots.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602736"/>
            <a:ext cx="4160520" cy="105156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602736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0" y="3675888"/>
            <a:ext cx="685800" cy="256032"/>
          </a:xfrm>
          <a:prstGeom prst="rect">
            <a:avLst/>
          </a:prstGeom>
          <a:solidFill>
            <a:srgbClr val="0A0C1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36758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38912" y="36941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8912" y="404164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Stores regions, functional networks, disease profiles, sample pathways, and saved simulation snapshots.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3602736"/>
            <a:ext cx="4160520" cy="105156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3602736"/>
            <a:ext cx="54864" cy="10515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92440" y="3675888"/>
            <a:ext cx="685800" cy="256032"/>
          </a:xfrm>
          <a:prstGeom prst="rect">
            <a:avLst/>
          </a:prstGeom>
          <a:solidFill>
            <a:srgbClr val="0A0C1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92440" y="36758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73752" y="36941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Webpack + npm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73752" y="404164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scripts, dependency management, and optional production bundling/copy workflow.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218"/>
          </a:solidFill>
          <a:ln w="12700">
            <a:solidFill>
              <a:srgbClr val="0F12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 DATA + SIMULATION LOGIC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4023360" cy="429768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40080"/>
            <a:ext cx="402336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13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 COLLECTIONS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1704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1792" y="142646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stored region documents with keys, labels, hemispheres, network IDs, MNI-style coordinates, and hub flags.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2048256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011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1792" y="22677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functional network documents with names and colors used by the canvas renderer.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480" y="288950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8529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diseaseProfiles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1792" y="3108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Healthy, Alzheimer's, Parkinson's, and Schizophrenia profiles with affected regions and metric values.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373075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6941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pathways + snapshots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1792" y="3950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Preset source-target paths are loaded from MongoDB, and the Save Snapshot button writes simulation state back to MongoDB.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0" y="640080"/>
            <a:ext cx="4297680" cy="429768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640080"/>
            <a:ext cx="42976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713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SIMULATION LOGIC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207008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170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Seeded Graph Generation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14264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Creates stable weighted edges from MongoDB region data using distance, same-network grouping, and hub status.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09160" y="2048256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011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 Propagation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92040" y="22677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 ripple expands from a node and activates nearby nodes plus strong connected edges.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09160" y="2889504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852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Lesion Impact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92040" y="3108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Lesioned nodes are marked red, skipped during signal spread, and reduce displayed network metrics.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9160" y="3730752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6941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Pathway Tracing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39502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 source and target regions produce a highlighted sample route and strength score.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Slide 7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218"/>
          </a:solidFill>
          <a:ln w="12700">
            <a:solidFill>
              <a:srgbClr val="0F12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STANDS OUT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1965960" cy="128016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58368"/>
            <a:ext cx="196596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980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Brain Regions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6276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 sample data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450592" y="658368"/>
            <a:ext cx="1965960" cy="128016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658368"/>
            <a:ext cx="196596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4980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450592" y="1371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6276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sample graph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26864" y="658368"/>
            <a:ext cx="1965960" cy="128016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658368"/>
            <a:ext cx="196596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4980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626864" y="1371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 Collections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6276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Regions/networks/profiles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803136" y="658368"/>
            <a:ext cx="1965960" cy="128016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03136" y="658368"/>
            <a:ext cx="19659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4980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803136" y="1371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Disease Profiles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6276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scenarios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4320" y="2103120"/>
            <a:ext cx="8595360" cy="59436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103120"/>
            <a:ext cx="54864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10312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◎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4672" y="21031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 MongoDB as the project data layer while keeping local fallback data for easy demo recovery.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816352"/>
            <a:ext cx="8595360" cy="59436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2816352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816352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4672" y="281635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Interactive Canvas simulation: signal firing, node activation, lesion states, graph metrics, and matrix display.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529584"/>
            <a:ext cx="8595360" cy="59436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529584"/>
            <a:ext cx="54864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529584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▣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04672" y="3529584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is organized into frontend modules plus a backend API and MongoDB seed layer.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4242816"/>
            <a:ext cx="8595360" cy="594360"/>
          </a:xfrm>
          <a:prstGeom prst="rect">
            <a:avLst/>
          </a:prstGeom>
          <a:solidFill>
            <a:srgbClr val="1418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242816"/>
            <a:ext cx="54864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242816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04672" y="424281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with npm start to serve the app, load dashboard data from MongoDB, and save simulation snapshots.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SYNAPSE Human Connectome Explorer Presentation</dc:title>
  <dc:subject>PptxGenJS Presentation</dc:subject>
  <dc:creator>PptxGenJS</dc:creator>
  <ns0:lastModifiedBy>PptxGenJS</ns0:lastModifiedBy>
  <ns0:revision>1</ns0:revision>
  <ns2:created xsi:type="dcterms:W3CDTF">2026-04-01T20:39:21Z</ns2:created>
  <ns2:modified xsi:type="dcterms:W3CDTF">2026-04-01T20:39:21Z</ns2:modified>
</ns0:coreProperties>
</file>